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4572000" cy="5143500"/>
          </a:xfrm>
          <a:prstGeom prst="rect">
            <a:avLst/>
          </a:prstGeom>
          <a:solidFill>
            <a:srgbClr val="0F0F2E"/>
          </a:solidFill>
          <a:ln w="12700">
            <a:solidFill>
              <a:srgbClr val="0F0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822960" cy="5143500"/>
          </a:xfrm>
          <a:prstGeom prst="rect">
            <a:avLst/>
          </a:prstGeom>
          <a:solidFill>
            <a:srgbClr val="5B21B6">
              <a:alpha val="4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65392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12864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0336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02752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50224" y="36576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12864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0336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07808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118872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65392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0336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808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752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201168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2864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0336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07808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02752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50224" y="283464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392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12864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0336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7808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02752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50224" y="3657600"/>
            <a:ext cx="54864" cy="54864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9144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PRAJNA</a:t>
            </a:r>
            <a:endParaRPr lang="en-US" sz="7200" dirty="0"/>
          </a:p>
        </p:txBody>
      </p:sp>
      <p:sp>
        <p:nvSpPr>
          <p:cNvPr id="46" name="Text 44"/>
          <p:cNvSpPr/>
          <p:nvPr/>
        </p:nvSpPr>
        <p:spPr>
          <a:xfrm>
            <a:off x="36576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Intelligence Platform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65760" y="2514600"/>
            <a:ext cx="43891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Document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36576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March 2026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480560"/>
            <a:ext cx="29260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 ·  JEE Main  ·  JEE Advanced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91840" y="4480560"/>
            <a:ext cx="29260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23,119 Questions  ·  2000–2025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09360" y="4480560"/>
            <a:ext cx="29260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M-param SLM  ·  FastAPI  ·  RAG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228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and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2743200" cy="1170432"/>
          </a:xfrm>
          <a:prstGeom prst="rect">
            <a:avLst/>
          </a:prstGeom>
          <a:solidFill>
            <a:srgbClr val="16163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86968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database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886968"/>
            <a:ext cx="2743200" cy="1170432"/>
          </a:xfrm>
          <a:prstGeom prst="rect">
            <a:avLst/>
          </a:prstGeom>
          <a:solidFill>
            <a:srgbClr val="16163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886968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051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yrs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18688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2000–2025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886968"/>
            <a:ext cx="2743200" cy="1170432"/>
          </a:xfrm>
          <a:prstGeom prst="rect">
            <a:avLst/>
          </a:prstGeom>
          <a:solidFill>
            <a:srgbClr val="161638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886968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051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exams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3056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· JEE Main · JEE Advanced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2743200" cy="1170432"/>
          </a:xfrm>
          <a:prstGeom prst="rect">
            <a:avLst/>
          </a:prstGeom>
          <a:solidFill>
            <a:srgbClr val="16163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12848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77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74320" y="2990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Parameters (PRAJNA)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2212848"/>
            <a:ext cx="2743200" cy="1170432"/>
          </a:xfrm>
          <a:prstGeom prst="rect">
            <a:avLst/>
          </a:prstGeom>
          <a:solidFill>
            <a:srgbClr val="16163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212848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2377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399-dim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218688" y="2990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 vector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2212848"/>
            <a:ext cx="2743200" cy="1170432"/>
          </a:xfrm>
          <a:prstGeom prst="rect">
            <a:avLst/>
          </a:prstGeom>
          <a:solidFill>
            <a:srgbClr val="161638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2212848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3774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163056" y="2990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84448"/>
            <a:ext cx="1993392" cy="1143000"/>
          </a:xfrm>
          <a:prstGeom prst="rect">
            <a:avLst/>
          </a:prstGeom>
          <a:solidFill>
            <a:srgbClr val="161638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84448"/>
            <a:ext cx="199339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49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≥60%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274320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coverage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41448" y="3584448"/>
            <a:ext cx="1993392" cy="1143000"/>
          </a:xfrm>
          <a:prstGeom prst="rect">
            <a:avLst/>
          </a:prstGeom>
          <a:solidFill>
            <a:srgbClr val="161638"/>
          </a:solidFill>
          <a:ln w="19050">
            <a:solidFill>
              <a:srgbClr val="67E8F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41448" y="3584448"/>
            <a:ext cx="1993392" cy="64008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41448" y="3749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2441448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accuracy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08576" y="3584448"/>
            <a:ext cx="1993392" cy="1143000"/>
          </a:xfrm>
          <a:prstGeom prst="rect">
            <a:avLst/>
          </a:prstGeom>
          <a:solidFill>
            <a:srgbClr val="161638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3584448"/>
            <a:ext cx="1993392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3749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 s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4608576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P95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75704" y="3584448"/>
            <a:ext cx="1993392" cy="1143000"/>
          </a:xfrm>
          <a:prstGeom prst="rect">
            <a:avLst/>
          </a:prstGeom>
          <a:solidFill>
            <a:srgbClr val="161638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75704" y="3584448"/>
            <a:ext cx="1993392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5704" y="37490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≤10%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6775704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931920"/>
          </a:xfrm>
          <a:prstGeom prst="rect">
            <a:avLst/>
          </a:prstGeom>
          <a:solidFill>
            <a:srgbClr val="161638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74980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417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exam.db  (10.9 MB)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23,119 questions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PRAJNA SLM  (.pt models)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v3  (3-stage)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CSVs  (37+ MB)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4553712"/>
            <a:ext cx="2834640" cy="338328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55371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 · Pandas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834640" cy="3931920"/>
          </a:xfrm>
          <a:prstGeom prst="rect">
            <a:avLst/>
          </a:prstGeom>
          <a:solidFill>
            <a:srgbClr val="16163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097280"/>
            <a:ext cx="749808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09728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10712" y="1417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184708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:8001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:8002  (RAG)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:11434  (SLM)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guard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4553712"/>
            <a:ext cx="2834640" cy="338328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455371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ChromaDB · Sentence-Transformers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960120"/>
            <a:ext cx="2834640" cy="3931920"/>
          </a:xfrm>
          <a:prstGeom prst="rect">
            <a:avLst/>
          </a:prstGeom>
          <a:solidFill>
            <a:srgbClr val="16163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960120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097280"/>
            <a:ext cx="749808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09728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28232" y="1417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184708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:8501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 dashboard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· Client-side JS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JSON summaries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Zero-server mode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553712"/>
            <a:ext cx="2834640" cy="33832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55371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Vanilla JS · Chart.js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90672" y="2743200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5786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08192" y="2743200"/>
            <a:ext cx="30175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57860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16152"/>
            <a:ext cx="4160520" cy="3200400"/>
          </a:xfrm>
          <a:prstGeom prst="rect">
            <a:avLst/>
          </a:prstGeom>
          <a:solidFill>
            <a:srgbClr val="161638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16152"/>
            <a:ext cx="41605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161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216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216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490472"/>
            <a:ext cx="4160520" cy="35661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90472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1490472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490472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"JEE_ADV_2019_P1_Q12"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847088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1847088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1847088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| JEE Main | JEE Adv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203704"/>
            <a:ext cx="4160520" cy="35661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03704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80160" y="2203704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2203704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560320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2560320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2560320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/ Chemistry / Bio / Math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916936"/>
            <a:ext cx="4160520" cy="35661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16936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2916936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2916936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Chapter-level topic 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273552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micro_topic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80160" y="3273552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03120" y="3273552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sub-topic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630168"/>
            <a:ext cx="4160520" cy="35661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630168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question_type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80160" y="3630168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03120" y="3630168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/ integer / matrix_match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3986784"/>
            <a:ext cx="8961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80160" y="3986784"/>
            <a:ext cx="8046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3986784"/>
            <a:ext cx="17373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5 scale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96012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1216152"/>
            <a:ext cx="4160520" cy="438912"/>
          </a:xfrm>
          <a:prstGeom prst="rect">
            <a:avLst/>
          </a:prstGeom>
          <a:solidFill>
            <a:srgbClr val="16163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1216152"/>
            <a:ext cx="54864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12161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exam.db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26680" y="121615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 MB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1728216"/>
            <a:ext cx="4160520" cy="438912"/>
          </a:xfrm>
          <a:prstGeom prst="rect">
            <a:avLst/>
          </a:prstGeom>
          <a:solidFill>
            <a:srgbClr val="1616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1728216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172821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neet_results_v2.csv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26680" y="172821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2240280"/>
            <a:ext cx="4160520" cy="438912"/>
          </a:xfrm>
          <a:prstGeom prst="rect">
            <a:avLst/>
          </a:prstGeom>
          <a:solidFill>
            <a:srgbClr val="1616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2240280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22402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jee_results_v2.csv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26680" y="224028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 MB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9160" y="2752344"/>
            <a:ext cx="4160520" cy="438912"/>
          </a:xfrm>
          <a:prstGeom prst="rect">
            <a:avLst/>
          </a:prstGeom>
          <a:solidFill>
            <a:srgbClr val="1616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2752344"/>
            <a:ext cx="54864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27523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students_v2.csv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26680" y="275234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09160" y="3264408"/>
            <a:ext cx="4160520" cy="438912"/>
          </a:xfrm>
          <a:prstGeom prst="rect">
            <a:avLst/>
          </a:prstGeom>
          <a:solidFill>
            <a:srgbClr val="1616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3264408"/>
            <a:ext cx="5486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440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student_summary_*.json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26680" y="326440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MB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09160" y="3858768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3858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9160" y="4114800"/>
            <a:ext cx="4160520" cy="804672"/>
          </a:xfrm>
          <a:prstGeom prst="rect">
            <a:avLst/>
          </a:prstGeom>
          <a:solidFill>
            <a:srgbClr val="161638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4114800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PDF/HTML exam papers  →  </a:t>
            </a:r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extraction prompt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→ 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loader.py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exam.db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(deduplication on ingest)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PRAJNA SLM — MODEL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192024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Name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input)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1024128"/>
            <a:ext cx="2194560" cy="6858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2412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1024128"/>
            <a:ext cx="182880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241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Temporal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49440" y="1024128"/>
            <a:ext cx="192024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 →  399d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Vector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11795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11795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11795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28600" y="196596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LAYERS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212848"/>
            <a:ext cx="201168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" y="221284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 + Drop 0.2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395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423160" y="2212848"/>
            <a:ext cx="2011680" cy="7132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23160" y="221284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 + Drop 0.2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23957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17720" y="2212848"/>
            <a:ext cx="201168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221284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15468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154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401568"/>
            <a:ext cx="2743200" cy="1463040"/>
          </a:xfrm>
          <a:prstGeom prst="rect">
            <a:avLst/>
          </a:prstGeom>
          <a:solidFill>
            <a:srgbClr val="161638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401568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112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 — P(appear)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89534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probability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will appear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54680" y="3401568"/>
            <a:ext cx="2743200" cy="1463040"/>
          </a:xfrm>
          <a:prstGeom prst="rect">
            <a:avLst/>
          </a:prstGeom>
          <a:solidFill>
            <a:srgbClr val="16163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3401568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5112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 — E[questions]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89534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Q count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0760" y="3401568"/>
            <a:ext cx="2743200" cy="1463040"/>
          </a:xfrm>
          <a:prstGeom prst="rect">
            <a:avLst/>
          </a:prstGeom>
          <a:solidFill>
            <a:srgbClr val="161638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3401568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5112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 — Difficulty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89534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5-class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= easy … 5 = hard)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03720" y="2121408"/>
            <a:ext cx="19202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03720" y="212140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—  15 TEMPORAL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02336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13432" y="96012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count(years appeared) / total span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472184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472184"/>
            <a:ext cx="402336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4721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472184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Recency-weighted freq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13432" y="147218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1/(year_diff^1.5 + 1)  — exp decay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1984248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984248"/>
            <a:ext cx="402336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98424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198424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presence (3yr)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13432" y="1984248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appeared in last 3 years?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496312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496312"/>
            <a:ext cx="402336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496312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2496312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presence (5yr)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13432" y="249631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appeared in last 5 years?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008376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008376"/>
            <a:ext cx="40233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0083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300837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(years since last)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13432" y="3008376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year − last appearance year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3520440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520440"/>
            <a:ext cx="40233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520440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352044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13432" y="3520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interval between appearances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4032504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4032504"/>
            <a:ext cx="402336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403250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" y="4032504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slope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13432" y="403250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coeff on last 10 years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544568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4544568"/>
            <a:ext cx="402336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454456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" y="454456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question count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313432" y="4544568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questions per appearing year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960120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960120"/>
            <a:ext cx="402336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960120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0640" y="96012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Std-dev question count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48272" y="96012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 annual question counts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1472184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1472184"/>
            <a:ext cx="402336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147218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20640" y="1472184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question count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48272" y="147218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peak in a single year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1984248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1984248"/>
            <a:ext cx="402336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1984248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20640" y="198424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appearances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48272" y="1984248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by total year window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2496312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663440" y="2496312"/>
            <a:ext cx="40233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2496312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120640" y="2496312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Cross-exam presence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48272" y="249631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if ≥1 other exam type covers it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3008376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63440" y="3008376"/>
            <a:ext cx="402336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3008376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0" y="300837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regularity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748272" y="3008376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CV of appearance gaps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3520440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663440" y="3520440"/>
            <a:ext cx="402336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3520440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20640" y="352044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yield avg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748272" y="3520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questions in last 3 appearances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63440" y="4032504"/>
            <a:ext cx="4206240" cy="438912"/>
          </a:xfrm>
          <a:prstGeom prst="rect">
            <a:avLst/>
          </a:prstGeom>
          <a:solidFill>
            <a:srgbClr val="161638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663440" y="4032504"/>
            <a:ext cx="402336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0" y="4032504"/>
            <a:ext cx="402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120640" y="4032504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encoding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748272" y="403250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0.25=Phys  0.50=Chem  0.75=Bio  1.0=Math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  —  PREDICTOR v3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2743200"/>
          </a:xfrm>
          <a:prstGeom prst="rect">
            <a:avLst/>
          </a:prstGeom>
          <a:solidFill>
            <a:srgbClr val="161638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07899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078992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Probability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Recency-weighted frequency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Gap-return probability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slope (lin. regression)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Cycle-match score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2743200"/>
          </a:xfrm>
          <a:prstGeom prst="rect">
            <a:avLst/>
          </a:prstGeom>
          <a:solidFill>
            <a:srgbClr val="16163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07899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1078992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Weightage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719072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question count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Q-count distribution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difficulty trends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chapter appears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960120"/>
            <a:ext cx="2834640" cy="2743200"/>
          </a:xfrm>
          <a:prstGeom prst="rect">
            <a:avLst/>
          </a:prstGeom>
          <a:solidFill>
            <a:srgbClr val="16163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960120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107899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1078992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Format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1719072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question types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single / MCQ multi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/ Numerical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match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97764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4224528"/>
            <a:ext cx="2011680" cy="685800"/>
          </a:xfrm>
          <a:prstGeom prst="rect">
            <a:avLst/>
          </a:prstGeom>
          <a:solidFill>
            <a:srgbClr val="161638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224528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15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balance quotas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04872" y="4224528"/>
            <a:ext cx="2011680" cy="685800"/>
          </a:xfrm>
          <a:prstGeom prst="rect">
            <a:avLst/>
          </a:prstGeom>
          <a:solidFill>
            <a:srgbClr val="16163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04872" y="4224528"/>
            <a:ext cx="2011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6312" y="4315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chapter enforcement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81144" y="4224528"/>
            <a:ext cx="2011680" cy="685800"/>
          </a:xfrm>
          <a:prstGeom prst="rect">
            <a:avLst/>
          </a:prstGeom>
          <a:solidFill>
            <a:srgbClr val="1616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81144" y="4224528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4315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penalty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57416" y="4224528"/>
            <a:ext cx="2011680" cy="685800"/>
          </a:xfrm>
          <a:prstGeom prst="rect">
            <a:avLst/>
          </a:prstGeom>
          <a:solidFill>
            <a:srgbClr val="16163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57416" y="4224528"/>
            <a:ext cx="2011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4315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Constraint-solving reranker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  —  FastAPI SERVICE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216152"/>
            <a:ext cx="48006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161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12161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472184"/>
            <a:ext cx="4800600" cy="40233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545336"/>
            <a:ext cx="621792" cy="25603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54533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" y="147218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/predictions/rank-all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50592" y="147218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chapter ranking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947672"/>
            <a:ext cx="621792" cy="25603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94767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96112" y="187452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/predictions/chapter/{name}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50592" y="187452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Chapter-level breakdown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276856"/>
            <a:ext cx="4800600" cy="40233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350008"/>
            <a:ext cx="621792" cy="25603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35000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6112" y="227685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/insights/micro-topic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50592" y="227685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micro-topic explanation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752344"/>
            <a:ext cx="621792" cy="25603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7523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96112" y="267919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/insights/chapter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50592" y="267919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intelligence + clusters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081528"/>
            <a:ext cx="4800600" cy="40233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154680"/>
            <a:ext cx="621792" cy="25603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15468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96112" y="308152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/reports/revision-plan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50592" y="308152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revision plan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3557016"/>
            <a:ext cx="621792" cy="25603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55701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6112" y="348386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/copilot/ask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50592" y="348386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886200"/>
            <a:ext cx="4800600" cy="40233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3959352"/>
            <a:ext cx="621792" cy="25603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9593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96112" y="388620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/data/trends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450592" y="38862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topic briefing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" y="4361688"/>
            <a:ext cx="621792" cy="25603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361688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6112" y="428853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450592" y="42885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 check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57800" y="96012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PROVIDERS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57800" y="1216152"/>
            <a:ext cx="3611880" cy="420624"/>
          </a:xfrm>
          <a:prstGeom prst="rect">
            <a:avLst/>
          </a:prstGeom>
          <a:solidFill>
            <a:srgbClr val="16163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257800" y="1216152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76672" y="121615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48272" y="121615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 (fixtures)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57800" y="1709928"/>
            <a:ext cx="3611880" cy="420624"/>
          </a:xfrm>
          <a:prstGeom prst="rect">
            <a:avLst/>
          </a:prstGeom>
          <a:solidFill>
            <a:srgbClr val="161638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57800" y="1709928"/>
            <a:ext cx="54864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76672" y="17099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48272" y="170992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mistral:7b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257800" y="2203704"/>
            <a:ext cx="3611880" cy="420624"/>
          </a:xfrm>
          <a:prstGeom prst="rect">
            <a:avLst/>
          </a:prstGeom>
          <a:solidFill>
            <a:srgbClr val="16163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257800" y="2203704"/>
            <a:ext cx="5486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76672" y="22037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48272" y="220370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  (local GPU)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257800" y="2697480"/>
            <a:ext cx="3611880" cy="420624"/>
          </a:xfrm>
          <a:prstGeom prst="rect">
            <a:avLst/>
          </a:prstGeom>
          <a:solidFill>
            <a:srgbClr val="1616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257800" y="2697480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76672" y="269748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openai_compat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48272" y="26974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/ Groq / vLLM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257800" y="324612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3246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SERVICES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57800" y="3502152"/>
            <a:ext cx="3611880" cy="347472"/>
          </a:xfrm>
          <a:prstGeom prst="rect">
            <a:avLst/>
          </a:prstGeom>
          <a:solidFill>
            <a:srgbClr val="161638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49240" y="35021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TopicAggregator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903720" y="3502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builder, priority scorer, ranker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257800" y="3904488"/>
            <a:ext cx="3611880" cy="347472"/>
          </a:xfrm>
          <a:prstGeom prst="rect">
            <a:avLst/>
          </a:prstGeom>
          <a:solidFill>
            <a:srgbClr val="16163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49240" y="39044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ClusterDetector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903720" y="39044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topic cluster detection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257800" y="4306824"/>
            <a:ext cx="3611880" cy="347472"/>
          </a:xfrm>
          <a:prstGeom prst="rect">
            <a:avLst/>
          </a:prstGeom>
          <a:solidFill>
            <a:srgbClr val="161638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49240" y="430682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RAGRetriever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903720" y="43068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chroma retrieval, metadata filter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257800" y="4709160"/>
            <a:ext cx="3611880" cy="347472"/>
          </a:xfrm>
          <a:prstGeom prst="rect">
            <a:avLst/>
          </a:prstGeom>
          <a:solidFill>
            <a:srgbClr val="161638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49240" y="4709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AntiHallucGuard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03720" y="47091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grounding + fallback trigger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+  ANTI-HALLUCINATION GUARD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9144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058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44168" y="1005840"/>
            <a:ext cx="914400" cy="7132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44168" y="10058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(384-dim)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58568" y="1188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59736" y="1005840"/>
            <a:ext cx="9144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59736" y="10058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74136" y="1188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75304" y="1005840"/>
            <a:ext cx="914400" cy="7132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75304" y="10058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9704" y="1188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90872" y="1005840"/>
            <a:ext cx="91440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90872" y="10058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05272" y="1188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1005840"/>
            <a:ext cx="91440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10058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1188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22008" y="1005840"/>
            <a:ext cx="9144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22008" y="1005840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96596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CONFIGURATION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221992"/>
            <a:ext cx="4206240" cy="420624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2219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222199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(local :8002 or managed)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264261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264261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 —  384-dim, CPU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063240"/>
            <a:ext cx="4206240" cy="420624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06324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83080" y="306324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documents per query (configurable)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483864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Relevance: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83080" y="348386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 cosine similarity threshold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904488"/>
            <a:ext cx="4206240" cy="420624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0448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83080" y="39044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· year · subject · micro_topic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432511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83080" y="43251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 prepended to SLM prompt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196596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2221992"/>
            <a:ext cx="4206240" cy="804672"/>
          </a:xfrm>
          <a:prstGeom prst="rect">
            <a:avLst/>
          </a:prstGeom>
          <a:solidFill>
            <a:srgbClr val="161638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221992"/>
            <a:ext cx="1005840" cy="80467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221992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806440" y="222199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accuracy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facts verified vs. DB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3154680"/>
            <a:ext cx="4206240" cy="804672"/>
          </a:xfrm>
          <a:prstGeom prst="rect">
            <a:avLst/>
          </a:prstGeom>
          <a:solidFill>
            <a:srgbClr val="16163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3154680"/>
            <a:ext cx="1005840" cy="80467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154680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0.75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806440" y="315468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consistency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cross-checked multi-source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4087368"/>
            <a:ext cx="4206240" cy="804672"/>
          </a:xfrm>
          <a:prstGeom prst="rect">
            <a:avLst/>
          </a:prstGeom>
          <a:solidFill>
            <a:srgbClr val="161638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09160" y="4087368"/>
            <a:ext cx="1005840" cy="80467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4087368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806440" y="4087368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rate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response if confidence fails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3977640"/>
          </a:xfrm>
          <a:prstGeom prst="rect">
            <a:avLst/>
          </a:prstGeom>
          <a:solidFill>
            <a:srgbClr val="161638"/>
          </a:solidFill>
          <a:ln w="12700">
            <a:solidFill>
              <a:srgbClr val="1C1C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64008" cy="3977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1605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 :8501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335024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Multi-page: Insights · Deep Dive · Copilot · API Docs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SQLite integration + Plotly charts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 with search + batch filter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card: accuracy %, strength zones, score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prediction cards with urgency badges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(streamed SLM responses)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— #0F0F1A / #7C3AED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3977640"/>
          </a:xfrm>
          <a:prstGeom prst="rect">
            <a:avLst/>
          </a:prstGeom>
          <a:solidFill>
            <a:srgbClr val="161638"/>
          </a:solidFill>
          <a:ln w="12700">
            <a:solidFill>
              <a:srgbClr val="1C1C4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3977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60120"/>
            <a:ext cx="416052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 DASHBOARD  (no server)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0328" y="1335024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vanilla JS — zero framework dependency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pre-built JSON summaries (903 KB NEET)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system: M ≥80%  S ≥65%  D ≥45%  W ≥25%  C &lt;25%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score: (100−accuracy) × (slmImportance/100)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guide: 59 chapter cards built on first expand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Micro-topic API with Map-based dedup cache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radar + bar charts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INFRASTRUCTURE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16163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1338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run.py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:8001 --reload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student-dashboard.html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06240" cy="1828800"/>
          </a:xfrm>
          <a:prstGeom prst="rect">
            <a:avLst/>
          </a:prstGeom>
          <a:solidFill>
            <a:srgbClr val="16163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00584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097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11338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171907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:8001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:11434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:8002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161638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17520"/>
            <a:ext cx="4206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108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" y="31455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373075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railway.toml config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Streamlit-first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Git-push deploy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3017520"/>
            <a:ext cx="4206240" cy="1828800"/>
          </a:xfrm>
          <a:prstGeom prst="rect">
            <a:avLst/>
          </a:prstGeom>
          <a:solidFill>
            <a:srgbClr val="161638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3017520"/>
            <a:ext cx="4206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3108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30952" y="31455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Tunnel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73752" y="3730752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serve.py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generated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sharing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736592"/>
            <a:ext cx="8686800" cy="2286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env vars: SLM_PROVIDER · OLLAMA_MODEL · RAG_ENABLED · CHROMA_HOST · PREDICTION_CACHE_TTL_SEC · CORS_ORIGINS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  &amp; 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2161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Coverage@10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271016"/>
            <a:ext cx="2011680" cy="21945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271016"/>
            <a:ext cx="120700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21615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18745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Heavy-Topic Recall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1929384"/>
            <a:ext cx="2011680" cy="21945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929384"/>
            <a:ext cx="1508760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87452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25328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2587752"/>
            <a:ext cx="2011680" cy="21945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587752"/>
            <a:ext cx="1408176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5328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≥0.70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" y="31912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3246120"/>
            <a:ext cx="2011680" cy="21945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3246120"/>
            <a:ext cx="170992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19125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38496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Usefulness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3904488"/>
            <a:ext cx="2011680" cy="219456"/>
          </a:xfrm>
          <a:prstGeom prst="rect">
            <a:avLst/>
          </a:prstGeom>
          <a:solidFill>
            <a:srgbClr val="1C1C45"/>
          </a:solidFill>
          <a:ln w="12700">
            <a:solidFill>
              <a:srgbClr val="1C1C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904488"/>
            <a:ext cx="160934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384962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960120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216152"/>
            <a:ext cx="3931920" cy="585216"/>
          </a:xfrm>
          <a:prstGeom prst="rect">
            <a:avLst/>
          </a:prstGeom>
          <a:solidFill>
            <a:srgbClr val="161638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216152"/>
            <a:ext cx="54864" cy="5852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1380744"/>
            <a:ext cx="749808" cy="256032"/>
          </a:xfrm>
          <a:prstGeom prst="rect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3807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52160" y="121615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01000" y="1216152"/>
            <a:ext cx="868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1901952"/>
            <a:ext cx="3931920" cy="585216"/>
          </a:xfrm>
          <a:prstGeom prst="rect">
            <a:avLst/>
          </a:prstGeom>
          <a:solidFill>
            <a:srgbClr val="16163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1901952"/>
            <a:ext cx="54864" cy="5852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066544"/>
            <a:ext cx="749808" cy="256032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0665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52160" y="190195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API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01000" y="1901952"/>
            <a:ext cx="868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37760" y="2587752"/>
            <a:ext cx="3931920" cy="585216"/>
          </a:xfrm>
          <a:prstGeom prst="rect">
            <a:avLst/>
          </a:prstGeom>
          <a:solidFill>
            <a:srgbClr val="1616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0" y="2587752"/>
            <a:ext cx="54864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2752344"/>
            <a:ext cx="749808" cy="256032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7523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52160" y="258775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Personalisation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01000" y="2587752"/>
            <a:ext cx="868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37760" y="3273552"/>
            <a:ext cx="3931920" cy="585216"/>
          </a:xfrm>
          <a:prstGeom prst="rect">
            <a:avLst/>
          </a:prstGeom>
          <a:solidFill>
            <a:srgbClr val="16163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937760" y="3273552"/>
            <a:ext cx="54864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3438144"/>
            <a:ext cx="749808" cy="256032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34381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52160" y="327355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01000" y="3273552"/>
            <a:ext cx="868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 Progress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37760" y="3959352"/>
            <a:ext cx="3931920" cy="585216"/>
          </a:xfrm>
          <a:prstGeom prst="rect">
            <a:avLst/>
          </a:prstGeom>
          <a:solidFill>
            <a:srgbClr val="16163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37760" y="3959352"/>
            <a:ext cx="54864" cy="5852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0" y="4123944"/>
            <a:ext cx="749808" cy="256032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41239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52160" y="395935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01000" y="3959352"/>
            <a:ext cx="868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 Planned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0F2E"/>
          </a:solidFill>
          <a:ln w="12700">
            <a:solidFill>
              <a:srgbClr val="0F0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92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64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36576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18872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9640" y="201168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9640" y="283464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92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24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9640" y="3657600"/>
            <a:ext cx="64008" cy="6400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777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PRAJNA</a:t>
            </a:r>
            <a:endParaRPr lang="en-US" sz="6400" dirty="0"/>
          </a:p>
        </p:txBody>
      </p:sp>
      <p:sp>
        <p:nvSpPr>
          <p:cNvPr id="45" name="Text 43"/>
          <p:cNvSpPr/>
          <p:nvPr/>
        </p:nvSpPr>
        <p:spPr>
          <a:xfrm>
            <a:off x="36576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make every study hour count.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5760" y="2331720"/>
            <a:ext cx="4023360" cy="0"/>
          </a:xfrm>
          <a:prstGeom prst="line">
            <a:avLst/>
          </a:prstGeom>
          <a:noFill/>
          <a:ln w="10160">
            <a:solidFill>
              <a:srgbClr val="5B21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46888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23,119 questions  ·  25 years  ·  3 exam types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23M-param SLM with 15 temporal features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RAG + pluggable SLM providers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 Streamlit dual frontend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docs/prajna-arch-doc.docx   ·   docs/prajna-deck/prajna-arch-ppt.pptx   ·   v1.0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PRAJNA — Technical Architecture</dc:title>
  <dc:subject>PptxGenJS Presentation</dc:subject>
  <dc:creator>PRAJNA Team</dc:creator>
  <cp:lastModifiedBy>PRAJNA Team</cp:lastModifiedBy>
  <cp:revision>1</cp:revision>
  <dcterms:created xsi:type="dcterms:W3CDTF">2026-03-22T15:33:44Z</dcterms:created>
  <dcterms:modified xsi:type="dcterms:W3CDTF">2026-03-22T15:33:44Z</dcterms:modified>
</cp:coreProperties>
</file>